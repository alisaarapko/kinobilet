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91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43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46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5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49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8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26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0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30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95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57350" y="1864512"/>
            <a:ext cx="9172575" cy="916788"/>
          </a:xfrm>
        </p:spPr>
        <p:txBody>
          <a:bodyPr>
            <a:no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«Система покупки билетов в кинотеатр»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Выполнила</a:t>
            </a:r>
            <a:r>
              <a:rPr lang="en-US" dirty="0" smtClean="0"/>
              <a:t>: </a:t>
            </a:r>
            <a:r>
              <a:rPr lang="ru-RU" dirty="0" err="1" smtClean="0"/>
              <a:t>Арапко</a:t>
            </a:r>
            <a:r>
              <a:rPr lang="ru-RU" dirty="0" smtClean="0"/>
              <a:t> Алиса</a:t>
            </a:r>
          </a:p>
          <a:p>
            <a:r>
              <a:rPr lang="ru-RU" dirty="0" smtClean="0"/>
              <a:t>Группа</a:t>
            </a:r>
            <a:r>
              <a:rPr lang="en-US" dirty="0" smtClean="0"/>
              <a:t>: </a:t>
            </a:r>
            <a:r>
              <a:rPr lang="ru-RU" dirty="0" smtClean="0"/>
              <a:t>411ИС-22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313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4129" y="1714500"/>
            <a:ext cx="9720071" cy="1114425"/>
          </a:xfrm>
        </p:spPr>
        <p:txBody>
          <a:bodyPr>
            <a:normAutofit fontScale="92500"/>
          </a:bodyPr>
          <a:lstStyle/>
          <a:p>
            <a:pPr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 мобильное приложение для системы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билетов в кинотеатр.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беспечить управление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информацией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фильмах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сеансах,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билетов, а также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возвращать билеты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пользователям. </a:t>
            </a:r>
            <a:endParaRPr lang="ru-RU" sz="2400" dirty="0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839" y="2828925"/>
            <a:ext cx="7486649" cy="3743325"/>
          </a:xfrm>
          <a:prstGeom prst="ellipse">
            <a:avLst/>
          </a:prstGeom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02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243584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8904" y="1647825"/>
            <a:ext cx="9720071" cy="4023360"/>
          </a:xfrm>
        </p:spPr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современном мире кинотеатры играют важную роль в развлекательной индустрии, предлагая зрителям возможность наслаждаться новинками кино, классическими фильмами и специальными показами. Бронирование и покупка билетов в кинотеатр через мобильное приложение позволит пользователям быстро и в любом удобном для них месте приобрести билет на выбранный сеанс, что, в свою очередь, не заставит посетителей приезжать заранее и стоять в очереди в кассе для покупки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билетов.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749" y="3778377"/>
            <a:ext cx="3270250" cy="327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36" y="5413502"/>
            <a:ext cx="4162425" cy="138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4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775716"/>
            <a:ext cx="9720072" cy="1110234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системы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4128" y="1591056"/>
            <a:ext cx="9720071" cy="501357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ользователь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2366" lvl="2" indent="-285750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авторизация пользователя в системе.</a:t>
            </a:r>
          </a:p>
          <a:p>
            <a:pPr marL="642366" lvl="2" indent="-285750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просмотр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фильмов: пользователь может через поисковую строку или фильтр найти и выбрать фильм.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2366" lvl="2" indent="-285750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билетов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пользователь выбирает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фильм, дату и время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отображает доступные места и цены.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2366" lvl="2" indent="-285750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 билетов.</a:t>
            </a:r>
          </a:p>
          <a:p>
            <a:pPr marL="642366" lvl="2" indent="-285750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активных билетов в профиле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 видны все купленные билеты с датой, временем сеанса и названием фильма.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вторизация администратора.</a:t>
            </a:r>
          </a:p>
          <a:p>
            <a:pPr lvl="3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просмотр фильмов: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через поисковую строку или фильтр найти и выбрать фильм.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данных о уже добавленных фильмах и сеансах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может изменять и/или добавлять данные.</a:t>
            </a:r>
          </a:p>
          <a:p>
            <a:pPr lvl="3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фильмов и сеансов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может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обавлять новые фильмы в афишу, а так же сеансы к ним.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5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стек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911" y="2749296"/>
            <a:ext cx="7475956" cy="420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52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готовых решений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Vista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Cinema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международная система, широко используемая в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Комплексный функционал: управление расписанием, продажами, маркетингом и отчетностью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стоимость внедрения и лицензирования (от 500 000 руб. и выше).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Cinema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российская система, разработанная компанией "Астра" специально для кинотеатров. Фокусируется на автоматизации процессов, включая продажу билетов, управление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залами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интерфейс и быстрая настройка.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Экономичная стоимость (от 100 000 руб. для базовой версии).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 возможностей для онлайн-продаж и мобильных приложений.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515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позволит удобно и за минимальное количество времени выбрать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билеты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 на киносеанс.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смогут заблаговременно покупать билеты через мобильное приложение, самостоятельно выбирая жанр фильма, сеанс и места в зале.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714" y="4445891"/>
            <a:ext cx="2566970" cy="206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51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214</TotalTime>
  <Words>409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Calibri</vt:lpstr>
      <vt:lpstr>Times New Roman</vt:lpstr>
      <vt:lpstr>Tw Cen MT</vt:lpstr>
      <vt:lpstr>Tw Cen MT Condensed</vt:lpstr>
      <vt:lpstr>Wingdings</vt:lpstr>
      <vt:lpstr>Wingdings 3</vt:lpstr>
      <vt:lpstr>Интеграл</vt:lpstr>
      <vt:lpstr>Тема:«Система покупки билетов в кинотеатр» </vt:lpstr>
      <vt:lpstr>Цель работы:</vt:lpstr>
      <vt:lpstr>Анализ предметной области: </vt:lpstr>
      <vt:lpstr>Основные функции системы:</vt:lpstr>
      <vt:lpstr>Технический стек:</vt:lpstr>
      <vt:lpstr>Анализ готовых решений:</vt:lpstr>
      <vt:lpstr>Заключение: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Тема:«Разработка технического задания на создание программ»</dc:title>
  <dc:creator>Student</dc:creator>
  <cp:lastModifiedBy>Aliss_ar</cp:lastModifiedBy>
  <cp:revision>24</cp:revision>
  <dcterms:created xsi:type="dcterms:W3CDTF">2025-09-06T11:21:08Z</dcterms:created>
  <dcterms:modified xsi:type="dcterms:W3CDTF">2026-01-28T19:24:23Z</dcterms:modified>
</cp:coreProperties>
</file>